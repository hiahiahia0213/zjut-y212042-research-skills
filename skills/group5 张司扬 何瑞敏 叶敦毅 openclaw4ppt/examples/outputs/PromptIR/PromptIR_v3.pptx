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NeurIPS 2023 | ML Reproducibility Challenge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PromptIR: Prompting for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Blind Image Restoration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Based on: Prompt learning for universal image restoration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Vaishnav Potlapalli, Syed W. Zamir, Salman Khan, Fahad S. Khan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MBZUAI | arXiv: 2306.13090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Outline / Report 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Image Restoration Tasks | All-in-One Challenge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Method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305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Core Idea | PGM + PIM Modules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5351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| Single-task | Ablation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20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Summary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7764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Contributions | Limitations | Insights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097280"/>
            <a:ext cx="1828800" cy="301752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0116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15 min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Group Meeting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Image Restoration &amp; All-in-One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43891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6400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640080"/>
            <a:ext cx="411480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49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What is Image Restoration?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024128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Input: degraded image (noise/rain/haze)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Output: high-quality clean image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Three core tasks: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  Denoising: remove Gaussian noise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  Deraining: remove rain streaks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  Dehazing: remove atmospheric scattering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6400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640080"/>
            <a:ext cx="4023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749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Bottleneck of Prior Methods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02412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Traditional: one model per degradation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Need to know degradation type first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Real-world: type unknown or mixed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goal: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  Single model handles ALL degradations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  No prior type knowledge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8412480" cy="164592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97480"/>
            <a:ext cx="45720" cy="1645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61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Core Insight of This Paper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035808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Instead of: training separate models for each degradation type.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We propose: a single Prompt Module that encodes degradation info and dynamically guides a unified restoration network.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Analogy: like giving the network a "prompt" telling it what degradation it is facing.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This is the first systematic application of NLP Prompt Learning to vision restoration.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Core Idea (Fig.1)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1_approa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65015"/>
            <a:ext cx="5943600" cy="22991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36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Key Points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777240"/>
            <a:ext cx="2651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Input: degraded image (unknown type)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Module: learnable prompt params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Auto-predict degradation type + generate prompt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Prompts injected into UNet decoder layers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Output: high-quality restored image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No degradation type prior needed!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Source: Fig.1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Architecture (Fig.3)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26159"/>
            <a:ext cx="8869680" cy="31025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3891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UNet Encoder-Decoder + Transformer Blocks + Prompt Module (PGM+PIM) | 3 Prompt Blocks inserted at encoder-decoder connection points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Source: Fig.3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Method Details: PGM + PIM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50292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502920"/>
            <a:ext cx="41148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Generation Module (PGM)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8686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Learnable prompt parameter set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Global avg pooling on input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MLP produces degradation condition vector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Selects relevant prompts from component library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Generates degradation-specific guidance signal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Pluggable: does not change backbone 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50292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502920"/>
            <a:ext cx="4023360" cy="457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Interaction Module (PIM)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8686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Injects Prompts into UNet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Channel-wise affine transform: Scale+Shift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Per-channel scaling and shifting modulation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Multi-level injection in Transformer Blocks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Low-level controls details | High-level controls semantics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Simple affine transform + no extra conv layers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determines "what degradation" | PIM determines "how to restore". Together they enable a single model to handle denoising, deraining, and dehazing.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Main Results (Table 1)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1_allin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68421"/>
            <a:ext cx="8869680" cy="20635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017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329184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 achieves best All-in-One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Average PSNR: +0.86 dB over AirNet (previous SOTA)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Dehazing: 23.81 dB | Deraining: 33.56 dB | Denoising: 30.58 dB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One unified model for all three degradation types!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PSNR = Peak Signal-to-Noise Ratio (higher is better)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Source: Table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8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Visual Results (Fig.4-6)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fig4_dehaz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2894" y="347472"/>
            <a:ext cx="4298212" cy="1508760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fig5_derai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994792"/>
            <a:ext cx="4389120" cy="1451097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fig6_denoi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9359"/>
            <a:ext cx="4206240" cy="1321961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3584448"/>
            <a:ext cx="88696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4"/>
          <p:cNvSpPr/>
          <p:nvPr/>
        </p:nvSpPr>
        <p:spPr>
          <a:xfrm>
            <a:off x="274320" y="363931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Observations: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274320" y="39136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Dehazing (top): PromptIR recovers clearest details, no artifacts in sky regions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Deraining (bottom-left): rain streaks fully removed, background textures well preserved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Denoising (bottom-right): smooth flat areas, sharp edges preserved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Across all types: PromptIR consistently outperforms AirNet visually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74320" y="4709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Source: Fig.4,5,6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7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Single-Task Results (Table 2-4)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2_dehazing_si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430608"/>
            <a:ext cx="8686800" cy="921864"/>
          </a:xfrm>
          <a:prstGeom prst="rect">
            <a:avLst/>
          </a:prstGeom>
        </p:spPr>
      </p:pic>
      <p:pic>
        <p:nvPicPr>
          <p:cNvPr id="6" name="Image 1" descr="C:\Users\herm\openclaw-research-agent\outputs\PromptIR\paper_assets\tab3_deraining_si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5880"/>
            <a:ext cx="8686800" cy="957321"/>
          </a:xfrm>
          <a:prstGeom prst="rect">
            <a:avLst/>
          </a:prstGeom>
        </p:spPr>
      </p:pic>
      <p:pic>
        <p:nvPicPr>
          <p:cNvPr id="7" name="Image 2" descr="C:\Users\herm\openclaw-research-agent\outputs\PromptIR\paper_assets\tab4_denoising_si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166" y="2651760"/>
            <a:ext cx="6300788" cy="1645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37160" y="4434840"/>
            <a:ext cx="8869680" cy="2743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4"/>
          <p:cNvSpPr/>
          <p:nvPr/>
        </p:nvSpPr>
        <p:spPr>
          <a:xfrm>
            <a:off x="274320" y="44622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Single-task: PromptIR still best. Dehazing: 31.31 dB (+8.13 dB over AirNet). Deraining: 37.04 dB. Denoising: 34.34 dB. Prompt Module works in both All-in-One and single-task settings.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Ablation Study: Validating Design Choices</a:t>
            </a:r>
            <a:endParaRPr lang="en-US" sz="2200" dirty="0"/>
          </a:p>
        </p:txBody>
      </p:sp>
      <p:pic>
        <p:nvPicPr>
          <p:cNvPr id="5" name="Image 0" descr="C:\Users\herm\openclaw-research-agent\outputs\PromptIR\paper_assets\tab5_pgm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18288"/>
            <a:ext cx="5029200" cy="3169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6400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Ablation Analysis (Table 5)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0" y="914400"/>
            <a:ext cx="3291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w/o Prompt: baseline (lowest)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Fixed Prompt: +0.5 dB improvement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Learned Prompt: +1.2 dB improvement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 (Ours): adaptive condition encoding (best)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Takeaway: degradation encoding &gt; generic prompt &gt; none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position: 3 blocks at enc-dec connections optimal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Unseen noise generalization: train=15, test=50 still works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400507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Ablation conclusion: PGM's degradation condition encoding is PromptIR's core. Fixed prompts fail to adapt, while learned condition encoding auto-adjusts based on input.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Summary &amp;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347472"/>
            <a:ext cx="320040" cy="274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475488"/>
            <a:ext cx="2651760" cy="155448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475488"/>
            <a:ext cx="26517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 learning + vision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All-in-One unified model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PGM+PIM dual modules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Pluggable lightweight design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475488"/>
            <a:ext cx="2651760" cy="155448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475488"/>
            <a:ext cx="265176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Only 3 degradations tested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Fixed degradation combo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Untested deg. levels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Compute not fully compared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475488"/>
            <a:ext cx="2651760" cy="1554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475488"/>
            <a:ext cx="2651760" cy="3657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Prompt+Detection: low-light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Prompt+Underwater: deg. enc.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Prompt+RAW: ISP replacement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NLP paradigm -&gt; Vision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0" y="475488"/>
            <a:ext cx="2651760" cy="155448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0" y="475488"/>
            <a:ext cx="2651760" cy="36576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530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BC9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Insights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81160" y="804672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Prompt+Detection: low-light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Prompt+Underwater: deg. enc.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Prompt+RAW: ISP replacement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NLP paradigm -&gt; Vision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240280"/>
            <a:ext cx="84124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240280"/>
            <a:ext cx="45720" cy="17373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304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Impact on Detection / Underwater / RAW Research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2578608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Object Detection: Prompt Module can be inserted into detection backbones to dynamically adapt to low-light, rain, fog degraded scenes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Underwater Images: Degradation encoding extends to underwater scattering + color shift for All-in-One enhancement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RAW Processing: Prompt learning replaces hand-crafted ISP parameters, auto-adapting to different sensor degradations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Thank You! Q&amp;A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7E22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PromptIR: Prompting for All-in-One Blind Image Restoration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MS YaHei" pitchFamily="34" charset="0"/>
                <a:ea typeface="MS YaHei" pitchFamily="34" charset="-122"/>
                <a:cs typeface="MS YaHei" pitchFamily="34" charset="-120"/>
              </a:rPr>
              <a:t>arXiv: 2306.13090 | NeurIPS 2023 MLRC | MBZUAI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2026-06-03T11:31:48Z</dcterms:created>
  <dcterms:modified xsi:type="dcterms:W3CDTF">2026-06-03T11:31:48Z</dcterms:modified>
</cp:coreProperties>
</file>