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NeurIPS 2023 | ML Reproducibility Challenge | 组会论文精读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PromptIR: Prompting for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All-in-One Blind Image Restoration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基于提示学习的通用图像复原 | 去噪 + 去雨 + 去雾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4114800" cy="13716"/>
          </a:xfrm>
          <a:prstGeom prst="rect">
            <a:avLst/>
          </a:prstGeom>
          <a:solidFill>
            <a:srgbClr val="E67E22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Vaishnav Potlapalli, Syed W. Zamir, Salman Khan, Fahad S. Khan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Mohamed bin Zayed University of AI | arXiv: 2306.13090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41148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5156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3075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图像复原三大任务 | All-in-One 的挑战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347472" cy="34747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PromptIR 方法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1305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核心思路 | PGM + PIM 双模块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97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实验分析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95351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All-in-One 主结果 | 可视化 | 消融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520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总结讨论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776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 | 局限 | 对研究的启发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097280"/>
            <a:ext cx="1828800" cy="3017520"/>
          </a:xfrm>
          <a:prstGeom prst="rect">
            <a:avLst/>
          </a:prstGeom>
          <a:solidFill>
            <a:srgbClr val="1B3A5C">
              <a:alpha val="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分钟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组会汇报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图像复原与 All-in-One 挑战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438912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400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640080"/>
            <a:ext cx="4114800" cy="457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749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什么是图像复原？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02412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输入一张退化图像 (含噪声/雨/雾)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输出一张高质量清晰图像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三个核心任务: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去噪 (Denoising) - 去除高斯噪声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去雨 (Deraining) - 去除雨条纹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去雾 (Dehazing) - 去除大气散射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6400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640080"/>
            <a:ext cx="402336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749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现有方法的瓶颈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024128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传统方法: 每种退化需单独训练模型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实际应用: 必须先知道退化类型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真实场景: 退化类型未知或混合出现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All-in-One 目标: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单个模型处理所有退化类型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无需事先知道退化类型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8412480" cy="164592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97480"/>
            <a:ext cx="45720" cy="1645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614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本文核心思路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035808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作者不做: 针对每种退化训练独立模型。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而是: 用一个 Prompt Module 编码退化信息, 动态引导统一的复原网络。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类比: "提示"告诉网络它面对的是噪声/雨/雾中的哪一种, 网络据此自适应调整复原策略。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 NLP 中 Prompt Learning 思想在视觉复原领域的首次系统应用。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PromptIR 核心思路 (Fig.1)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fig1_appro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365015"/>
            <a:ext cx="5943600" cy="22991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3640" y="502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63640" y="777240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受未知退化影响的图像 (无需知道类型)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Module: 可学习的轻量级提示参数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自动预测退化条件, 生成退化相关提示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提示注入 UNet 解码器各层引导复原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输出: 无退化信息的高质量复原图像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即插即用: Prompt Module 不改变主干结构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4709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Fig.1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PromptIR 整体架构 (Fig.3)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fig3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26159"/>
            <a:ext cx="8869680" cy="31025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3891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UNet 编码器-解码器 + Transformer Blocks + Prompt Module (PGM生成 + PIM交互) | 3 个 Prompt Block 插入编码器-解码器连接处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4709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Fig.3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方法详解: PGM + PIM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347472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0292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502920"/>
            <a:ext cx="41148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4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Generation Module (PGM)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一组可学习的 Prompt 参数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对输入特征进行全局平均池化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MLP 生成退化条件向量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Prompt 组件库中选取相关提示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生成退化特定的引导信号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即插即用: 不改变主干网络结构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50292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502920"/>
            <a:ext cx="4023360" cy="457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594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Interaction Module (PIM)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8686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Prompt 注入 UNet 特征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逐通道仿射变换: Scale + Shift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在每个通道上独立缩放和平移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 Transformer Block 层级注入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低层控制细节纹理, 高层控制语义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简单的仿射变换, 无需额外卷积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1879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PGM 决定"输入是什么退化" | PIM 决定"如何根据退化复原"。两者协作, 用一个统一模型同时处理去噪、去雨、去雾三种完全不同的退化任务。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All-in-One 主实验结果 (Table 1)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tab1_alli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68421"/>
            <a:ext cx="8869680" cy="20635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017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32918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PromptIR 是 All-in-One 设置下的最优方法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PSNR 比前方法 AirNet 提升 0.86 dB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去雾: 23.81 dB | 去雨: 33.56 dB | 去噪: 30.58 dB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一个统一模型同时处理三种退化, 无需切换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PSNR (Peak Signal-to-Noise Ratio): 越大越好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709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Table 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可视化结果 (Fig.4-6)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fig4_dehaz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2894" y="347472"/>
            <a:ext cx="4298212" cy="1508760"/>
          </a:xfrm>
          <a:prstGeom prst="rect">
            <a:avLst/>
          </a:prstGeom>
        </p:spPr>
      </p:pic>
      <p:pic>
        <p:nvPicPr>
          <p:cNvPr id="6" name="Image 1" descr="C:\Users\herm\openclaw-research-agent\outputs\PromptIR\paper_assets\fig5_derai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994792"/>
            <a:ext cx="4389120" cy="1451097"/>
          </a:xfrm>
          <a:prstGeom prst="rect">
            <a:avLst/>
          </a:prstGeom>
        </p:spPr>
      </p:pic>
      <p:pic>
        <p:nvPicPr>
          <p:cNvPr id="7" name="Image 2" descr="C:\Users\herm\openclaw-research-agent\outputs\PromptIR\paper_assets\fig6_denois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059359"/>
            <a:ext cx="4206240" cy="1321961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37160" y="3584448"/>
            <a:ext cx="8869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274320" y="36393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观察要点: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274320" y="39136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去雾 (上图): PromptIR 恢复细节最清晰, 天空区域无伪影, 色彩还原准确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去雨 (左下): 雨条纹完全去除, 背景纹理保留完好, 优于 AirNet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去噪 (右下): 平坦区域平滑且边缘保持锐利, 未引入模糊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在所有退化类型上, PromptIR 视觉效果一致优于对比方法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274320" y="4709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原论文 Fig.4,5,6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27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单任务结果 (Table 2-4)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tab2_dehazing_si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30608"/>
            <a:ext cx="8686800" cy="921864"/>
          </a:xfrm>
          <a:prstGeom prst="rect">
            <a:avLst/>
          </a:prstGeom>
        </p:spPr>
      </p:pic>
      <p:pic>
        <p:nvPicPr>
          <p:cNvPr id="6" name="Image 1" descr="C:\Users\herm\openclaw-research-agent\outputs\PromptIR\paper_assets\tab3_deraining_si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555880"/>
            <a:ext cx="8686800" cy="957321"/>
          </a:xfrm>
          <a:prstGeom prst="rect">
            <a:avLst/>
          </a:prstGeom>
        </p:spPr>
      </p:pic>
      <p:pic>
        <p:nvPicPr>
          <p:cNvPr id="7" name="Image 2" descr="C:\Users\herm\openclaw-research-agent\outputs\PromptIR\paper_assets\tab4_denoising_sin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166" y="2651760"/>
            <a:ext cx="6300788" cy="1645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37160" y="4434840"/>
            <a:ext cx="8869680" cy="2743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Text 4"/>
          <p:cNvSpPr/>
          <p:nvPr/>
        </p:nvSpPr>
        <p:spPr>
          <a:xfrm>
            <a:off x="274320" y="44622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单任务设置下 PromptIR 依然最优: 去雾 31.31 dB (+8.13 dB 超 AirNet), 去雨 37.04 dB, 去噪 34.34 dB。证明 Prompt Module 在单任务中同样有效。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消融实验: 验证设计选择 (Table 5)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tab5_pgm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18288"/>
            <a:ext cx="5029200" cy="3169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640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PGM 消融分析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0" y="91440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w/o Prompt: 无提示 (基线, 最低)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Fixed Prompt: 固定提示 (+0.5 dB)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Learned Prompt: 可学习提示 (+1.2 dB)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PGM (本文方法): 自适应条件编码 (最优)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 退化条件编码 &gt;&gt; 通用提示 &gt; 无提示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位置消融: 3 个 Block 在编解码连接处最优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未见噪声泛化: 训练 =15, 测试 =50 仍有效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37160" y="3931920"/>
            <a:ext cx="8869680" cy="6400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40050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消融结论: PGM 的退化条件编码是 PromptIR 的核心。固定提示无法自适应不同退化类型, 而可学习条件编码能根据输入内容自动调整提示。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总结与启发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347472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475488"/>
            <a:ext cx="2651760" cy="155448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475488"/>
            <a:ext cx="265176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530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80467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学习+视觉复原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All-in-One 统一模型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PGM+PIM 双模块设计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即插即用, 轻量高效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475488"/>
            <a:ext cx="2651760" cy="15544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475488"/>
            <a:ext cx="265176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530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80467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仅在 3 种退化上测试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退化类型组合固定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未探索退化程度泛化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计算开销未充分对比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475488"/>
            <a:ext cx="2651760" cy="1554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475488"/>
            <a:ext cx="2651760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530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80467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Prompt+检测: 低光照适配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Prompt+水下: 退化编码扩展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Prompt+RAW: ISP 替代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NLP 范式迁移视觉领域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0" y="475488"/>
            <a:ext cx="2651760" cy="1554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0" y="475488"/>
            <a:ext cx="2651760" cy="36576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530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81160" y="80467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Prompt+检测: 低光照适配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Prompt+水下: 退化编码扩展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Prompt+RAW: ISP 替代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NLP 范式迁移视觉领域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240280"/>
            <a:ext cx="8412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240280"/>
            <a:ext cx="45720" cy="1737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3042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对目标检测/水下/RAW 方向的启发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2578608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目标检测: Prompt Module 可插入检测骨干, 动态适配低光照、雨雾等退化场景, 无需重训模型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水下图像: 退化编码可扩展到水下散射+颜色偏移, 实现 All-in-One 水下增强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处理: 提示学习范式可替代手工 ISP 参数, 自动适配不同传感器退化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核心价值: NLP Prompt Learning -&gt; Vision Restoration 的范式迁移, 已在 3 个任务验证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谢谢！欢迎提问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PromptIR: Prompting for All-in-One Blind Image Restoration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arXiv: 2306.13090 | NeurIPS 2023 ML Reproducibility Challenge | MBZUAI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2026-06-03T11:40:54Z</dcterms:created>
  <dcterms:modified xsi:type="dcterms:W3CDTF">2026-06-03T11:40:54Z</dcterms:modified>
</cp:coreProperties>
</file>