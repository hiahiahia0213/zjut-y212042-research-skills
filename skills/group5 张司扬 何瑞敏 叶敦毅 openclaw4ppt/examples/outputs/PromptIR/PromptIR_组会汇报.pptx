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NeurIPS 2023 | ML Reproducibility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PromptIR: Prompting for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Blind Image Restoration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7E22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基于提示学习的通用图像复原：去噪 + 去雨 + 去雾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Vaishnav Potlapalli, Syed Waqas Zamir, Salman Khan, Fahad Shahbaz Khan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Mohamed bin Zayed University of AI | arXiv: 2306.13090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114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图像复原任务 | All-in-One 挑战 | 现有方法局限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方法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305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核心思路 | 架构总览 | PGM + PIM 模块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535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主结果 | 可视化 | 消融实验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总结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76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贡献 | 局限 | 对研究的启发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828800" cy="301752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15 min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组会汇报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图像复原与 All-in-One 挑战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40080"/>
            <a:ext cx="411480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什么是图像复原？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024128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输入: 退化图像 (含噪声/雨/雾)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输出: 高质量清晰图像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三个核心任务: 去噪 (Denoising)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去雨 (Deraining)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去雾 (Dehazing)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640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40080"/>
            <a:ext cx="40233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731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现有方法的瓶颈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24128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传统方法: 每个退化类型需单独训练模型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应用时需先知道输入退化类型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真实场景: 退化类型未知或混合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目标: 单个模型处理所有退化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173736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5720" cy="1737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本文核心思路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063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不做: 针对每种退化训练独立模型。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而是: 用一个 Prompt Module 编码退化信息, 动态引导统一复原网络。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类比: 就像给网络一个"提示"(Prompt) 告诉它现在面对的是哪种退化, 网络根据提示自适应调整。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这是 NLP 中 Prompt Learning 思想在视觉复原中的首次系统应用。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核心思路 (Fig.1)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1_appr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65015"/>
            <a:ext cx="5943600" cy="2299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502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讲解要点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795528"/>
            <a:ext cx="256032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输入: 受未知退化影响的图像 (无需知道退化类型)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Module: 可学习的轻量级 Prompt 参数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自动预测退化条件, 生成退化相关的提示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提示注入 UNet 解码器, 引导复原过程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输出: 无退化信息的高质量复原图像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来源: 原论文 Fig.1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整体架构 (Fig.3)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26159"/>
            <a:ext cx="8869680" cy="3102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389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UNet 编码器-解码器 + Transformer Blocks + Prompt Module (PGM + PIM) | PGM: 生成退化相关 Prompt | PIM: Prompt 与特征交互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70916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来源: 原论文 Fig.3 | 架构核心: Prompt Generation Module 将退化上下文注入 Transformer Block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方法详解: PGM + PIM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02920"/>
            <a:ext cx="4114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Generation Module (PGM)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896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是一组可学习的 Prompt 参数。它通过以下步骤编码退化信息: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对输入特征进行全局平均池化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通过 MLP 生成退化条件向量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从 Prompt 组件库中选择相关提示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生成退化特定的引导信号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是即插即用的轻量级模块, 不改变主干网络结构。提示参数在整个训练过程中与主干网络联合学习。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5029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502920"/>
            <a:ext cx="402336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Interaction Module (PIM)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896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PIM 负责将 Prompt 注入 UNet 特征: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143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Channel-wise 仿射变换调制特征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Scale + Shift: 逐通道缩放和平移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多个 Transformer Block 层级注入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低层控制细节, 高层控制语义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PIM 通过简单的仿射变换实现特征调制, 无需额外卷积层。提示信号在编码器-解码器的多个阶段注入, 实现从粗到细的退化引导复原。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0050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决定"是什么退化", PIM 决定"如何根据退化复原"。两者协作使 PromptIR 能用一个统一模型处理去噪、去雨、去雾三种完全不同的退化任务。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主实验结果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1_alli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282" y="457200"/>
            <a:ext cx="8295437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200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核心发现 (Table 1)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3493008"/>
            <a:ext cx="8412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是 All-in-One 设置下的最优方法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平均 PSNR 比前方法 AirNet 高出 0.86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去雾: 23.81 dB (AirNet: 23.18 dB)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去雨: 33.56 dB (AirNet: 32.98 dB)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去噪: 30.58 dB (AirNet: 30.91 dB, 略低但接近)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重点: 一个模型同时处理三种退化, 无需切换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来源: 原论文 Table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可视化结果 (Fig.4-6)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4_deha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3245" y="365760"/>
            <a:ext cx="3597511" cy="1554480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fig5_derai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94" y="2011680"/>
            <a:ext cx="3894213" cy="1554480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fig6_denoi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307" y="2011680"/>
            <a:ext cx="3777386" cy="1554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观察要点: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274320" y="395020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去雾(上): PromptIR 恢复的细节最清晰, 天空区域无伪影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去雨(左下): 雨条纹完全去除, 背景纹理保留完好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去噪(右下): 平坦区域平滑, 边缘保持锐利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对比 AirNet: PromptIR 在所有退化类型上视觉效果一致优于 AirNet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来源: 原论文 Fig.4,5,6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7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单任务结果与消融分析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2_dehazing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061" y="384048"/>
            <a:ext cx="7806999" cy="1188720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tab3_deraining_si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84" y="1645920"/>
            <a:ext cx="7601552" cy="1188720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tab4_denoising_si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23" y="2880360"/>
            <a:ext cx="7221474" cy="11887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4"/>
          <p:cNvSpPr/>
          <p:nvPr/>
        </p:nvSpPr>
        <p:spPr>
          <a:xfrm>
            <a:off x="59436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单任务设置下 PromptIR 依然最优: 去雾优于 AirNet 8.13 dB, 去雨/去噪也保持领先。证明 Prompt Module 在单任务中同样有效。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消融实验: 验证设计选择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5_pgm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18288"/>
            <a:ext cx="5029200" cy="316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消融分析 (Table 5)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932688"/>
            <a:ext cx="329184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w/o Prompt: 无提示, 性能最低 (基线)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Fixed Prompt: 固定提示, 小幅提升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Learned Prompt: 可学习提示, 明显提升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(Ours): 自适应编码, 最优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结论: 退化条件编码 &gt; 通用提示 &gt; 无提示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40050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消融结论: PGM 的退化条件编码机制是 PromptIR 的核心。固定提示无法自适应不同退化类型, 可学习的条件编码能根据输入自动调整提示内容。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总结与启发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475488"/>
            <a:ext cx="2651760" cy="15544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75488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贡献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学习 + 视觉复原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统一模型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PGM+PIM 双模块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即插即用轻量设计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75488"/>
            <a:ext cx="2651760" cy="1554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475488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局限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仅在 3 种退化测试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退化类型组合固定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未探索退化程度泛化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计算开销未充分对比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75488"/>
            <a:ext cx="265176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475488"/>
            <a:ext cx="265176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Prompt+检测: 低光照适配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Prompt+水下: 退化编码扩展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Prompt+RAW: ISP 替代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NLP 范式迁移视觉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475488"/>
            <a:ext cx="2651760" cy="1554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475488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Prompt+检测: 低光照适配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Prompt+水下: 退化编码扩展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Prompt+RAW: ISP 替代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NLP 范式迁移视觉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194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对目标检测/水下/RAW 方向的启发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487168"/>
            <a:ext cx="8412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Module 可插入检测骨干: 动态适配低光照、雨雾等退化场景, 无需重训模型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退化编码扩展到水下: 散射+颜色偏移编码 -&gt; All-in-One 水下图像增强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NLP Prompt Learning -&gt; Vision Restoration: 范式迁移的核心价值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谢谢! 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PromptIR: Prompting for All-in-One Blind Image Restoration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arXiv: 2306.13090 | NeurIPS 2023 MLRC | MBZUAI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2026-06-03T11:23:51Z</dcterms:created>
  <dcterms:modified xsi:type="dcterms:W3CDTF">2026-06-03T11:23:51Z</dcterms:modified>
</cp:coreProperties>
</file>