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ICCV 2025 | 组会论文精读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Low-Light Object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通过可微ISP插件实现低光照RAW图像端到端目标检测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4572000" cy="18288"/>
          </a:xfrm>
          <a:prstGeom prst="rect">
            <a:avLst/>
          </a:prstGeom>
          <a:solidFill>
            <a:srgbClr val="D4751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Jiasheng Guo, Xin Gao, Yuxiang Yan, Guanghao Li, Jian Pu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复旦大学 类脑智能科学与技术研究院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 2509.09183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汇报日期: 2026-05-21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5720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低光照挑战 · RAW优势 · 现有方法瓶颈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线性+非线性可微ISP · Self-Boost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核心模块详解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7889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 · 非线性组件 · Self-Boost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 · 消融 · 可视化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160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 · 局限 · 研究方向启发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097280"/>
            <a:ext cx="2286000" cy="320040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研究背景与动机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低光照目标检测的核心挑战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低光照检测的三大挑战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噪声放大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暗光下 CMOS 传感器散粒噪声和读出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噪声急剧增加，信噪比(SNR)显著下降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56032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对比度下降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暗区像素分布集中在低值区域，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目标和背景的灰度差异极小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信息丢失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流程在 RAW 转 RGB 过程中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压缩暗区细节，损失关键信息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18288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 RAW 而非 RGB？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337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保留传感器线性响应，位深 12-14bit，暗区信噪比远高于 8bit RGB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ISP 流程会丢弃/压缩暗区关键信息，且 ISP 参数不是为检测任务优化的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域允许联合优化 ISP 参数与检测网络，实现端到端任务驱动学习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三类现有方法对比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RAW→RGB转换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4ch Bayer→3ch RAW-RGB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丢弃一个绿色通道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位深降低，信息损失严重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[ICCV23]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RAW-Adapter [ECCV24]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56032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ISP参数搜索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 ISP 模块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多阶段训练策略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计算开销大，部署困难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 [CVPR23]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AdaptiveISP [ECCV22]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辅助信息增强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依赖正常光照 RGB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或相机元数据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额外数据需求限制应用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ISP-Teacher [CVPR23]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Multitask AET [ICCV23]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57600"/>
            <a:ext cx="54864" cy="91440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核心洞察：ISP 流程是 线性(传感器校准)→非线性(色调映射) 的级联结构，可解构为可微组件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整体架构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pic>
        <p:nvPicPr>
          <p:cNvPr id="6" name="Image 0" descr="C:\Users\herm\agentic_paper_digest/images/page4_Im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4864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91440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914400"/>
            <a:ext cx="283464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架构亮点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26480" y="146304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完全可微：ISP 参数与检测网络端到端联合训练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即插即用：仅 0.136MB 额外参数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物理先验：线性=ISP真实流程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非线性=多项式基函数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无需预训练：ISP 组件随机初始化即可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108960"/>
            <a:ext cx="2468880" cy="1828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三大创新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2648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ISP解构为可微组件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局部-全局注意力+多项式基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Self-Boost 自引导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来源：原论文 Fig.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线性组件：传感器校准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24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白平衡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024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diag(w₁,w₂,w₃,w₄) × [r,gᵣ,gᵇ,b]ᵀ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08760"/>
            <a:ext cx="54864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527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Binning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3×4 稀疏矩阵, 两个绿色通道取平均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11680"/>
            <a:ext cx="54864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29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颜色校正(CCM)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颜色校正矩阵 C 映射到感知颜色空间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005840"/>
            <a:ext cx="411480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整体线性变换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C · B · W ∈ ℝ³ˣ⁴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Î = P · I  (I: RAW 4ch, Î: RGB 3ch)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06040"/>
            <a:ext cx="54864" cy="21031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自适应增强：局部-全局注意力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108960"/>
            <a:ext cx="2286000" cy="548640"/>
          </a:xfrm>
          <a:prstGeom prst="rect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127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局部注意力 Pₗ: 逐像素变换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</a:rPr>
              <a:t>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137160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 Fₗ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3749040"/>
            <a:ext cx="2286000" cy="548640"/>
          </a:xfrm>
          <a:prstGeom prst="rect">
            <a:avLst/>
          </a:prstGeom>
          <a:solidFill>
            <a:srgbClr val="D4751E">
              <a:alpha val="20000"/>
            </a:srgbClr>
          </a:solidFill>
          <a:ln w="12700">
            <a:solidFill>
              <a:srgbClr val="D475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767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全局注意力 Pₖ: 图像级变换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A5A6"/>
                </a:solidFill>
              </a:rPr>
              <a:t>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83280" y="3749040"/>
            <a:ext cx="137160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D475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 Fₖ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5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P̃ = Pₗ + Pₖ + P → Î = P̃ · I     (跳跃连接: 保留基础相机参数)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保留空间细节 + 保持色调一致 + 物理先验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非线性组件：色调映射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核心：多项式基函数组合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75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a₀ + a₁x + a₂x² + ... + aₙxⁿ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x: 像素值 | {aₖ}: 网络预测逐像素系数 | n: 多项式阶数 | 非凸多项式 → 拉伸暗区、压缩亮区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411480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非线性处理流程（根据论文方法重绘）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3566160" cy="292608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06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Î (3×H×W 已校正图像)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3566160" cy="292608"/>
          </a:xfrm>
          <a:prstGeom prst="rect">
            <a:avLst/>
          </a:prstGeom>
          <a:solidFill>
            <a:srgbClr val="D4751E">
              <a:alpha val="15000"/>
            </a:srgbClr>
          </a:solidFill>
          <a:ln w="12700">
            <a:solidFill>
              <a:srgbClr val="D475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Conv3×3 + ReLU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37560"/>
            <a:ext cx="3566160" cy="292608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37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像素级系数图 {C₀, C₁, ..., Cₙ}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3566160" cy="292608"/>
          </a:xfrm>
          <a:prstGeom prst="rect">
            <a:avLst/>
          </a:prstGeom>
          <a:solidFill>
            <a:srgbClr val="D4751E">
              <a:alpha val="15000"/>
            </a:srgbClr>
          </a:solidFill>
          <a:ln w="12700">
            <a:solidFill>
              <a:srgbClr val="D475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= Σ Cₖ ⊙ Îᵖ + Î (跳跃连接)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3566160" cy="292608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69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输出增强图 U (3×H×W)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0312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03120"/>
            <a:ext cx="384048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Zero-DCE 的关键区别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26517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Zero-DCE: 二次曲线；Dark-ISP: n阶多项式基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显式考虑低光照，防止次优收敛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非凸多项式更适合暗区像素分布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跳跃连接保留原始信息，防梯度消失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正则化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动机：如何让线性和非线性组件更好地协作？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深层网络的输出更接近任务目标 → 非线性组件的输出 Û 包含更丰富的任务相关信息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 Û 作为伪标签，监督线性组件的学习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3931920" cy="4572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理论最优 (Oracle)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argmin ||U* − P·I||²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闭式最小二乘解: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U*Iᵀ(IIᵀ)⁻¹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3474720" cy="59436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03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需要 paired RAW-正常光 RGB 样本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获取成本极高，难以实现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0312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自监督近似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Û = F(Î) 替代 oracle U*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063240"/>
            <a:ext cx="347472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 损失: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L_sb = || Û − P̃ I ||²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37760" y="3840480"/>
            <a:ext cx="3474720" cy="4572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无需额外标注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让线性组件向非线性组件看齐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损失函数与训练策略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总损失函数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L_det + λ₁ · L_sb + λ₂ · L_reg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L_det: 检测损失 (GIoU + 分类)   |   L_sb: Self-Boost 正则化   |   L_reg: 参数正则化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393192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骨干网络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ResNet-18 / ResNet-50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检测头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393192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端到端联合训练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+ 检测网络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66160"/>
            <a:ext cx="393192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0.136 MB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(≈ 136 KB)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566160"/>
            <a:ext cx="393192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ISP 组件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随机初始化即可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实验与分析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· 评价指标 · 对比基线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主实验结果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LOD 数据集 (mAP ↑)  根据原论文 Table 1 整理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输入格式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ResNet18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ResNet50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ISP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FeatEnHancer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Bayer RAW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ISP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RAW-Adapter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FeatEnHancer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Dark-ISP (Ours)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 数据集  根据原论文 Table 2 整理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43000"/>
          <a:ext cx="2560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Nikon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Default ISP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FeatEnHancer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RAW-Adapter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Dark-ISP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在 LOD 上以 ResNet50 骨干达 70.4 mAP，超过第二名 3.4 mAP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Sony / Nikon 两台不同相机上均取得最优结果，跨传感器泛化能力强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额外参数仅 0.136 MB，远轻于 RAW-Adapter 等对比方法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RAW 输入方法均优于 RGB 输入，验证了 RAW 域的优势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消融实验与分析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组件消融 (LOD, ResNet50)  根据原论文 Table 4 整理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非线性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Self-Boost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0352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非线性方案对比  根据原论文 Table 5 整理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34440"/>
          <a:ext cx="3474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参数(MB)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3D LUT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Zero-DCE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Dark-ISP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75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651760"/>
            <a:ext cx="54864" cy="20116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非线性单独(67.1) &gt; 线性单独(66.6) → 色调映射对低光照检测贡献更大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两者组合(68.7) &gt; 任一单独 → 线性与非线性互补增强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+Self-Boost(70.4) → 再提升 1.7 mAP → 级联引导机制有效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非线性设计：精度最高(70.4)且参数最少(0.136MB)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可视化结果对比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原论文 Fig. 4-6 示意图 (LOD / Sony / Nikon 数据集)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检测效果对比 (亮度代表检测质量):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" y="1645920"/>
            <a:ext cx="1143000" cy="2286000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Default ISP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645920"/>
            <a:ext cx="1143000" cy="228600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645920"/>
            <a:ext cx="1143000" cy="2286000"/>
          </a:xfrm>
          <a:prstGeom prst="rect">
            <a:avLst/>
          </a:prstGeom>
          <a:solidFill>
            <a:srgbClr val="787878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SID*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640" y="1645920"/>
            <a:ext cx="1143000" cy="2286000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FeatEnHancer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57800" y="1645920"/>
            <a:ext cx="1143000" cy="2286000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RAW-Adapter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645920"/>
            <a:ext cx="1143000" cy="228600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645920"/>
            <a:ext cx="114300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818120" y="1645920"/>
            <a:ext cx="1143000" cy="2286000"/>
          </a:xfrm>
          <a:prstGeom prst="rect">
            <a:avLst/>
          </a:prstGeom>
          <a:solidFill>
            <a:srgbClr val="646464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977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389120"/>
            <a:ext cx="54864" cy="4572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观察：Dark-ISP 增强图像最接近 GT，暗区行人和车辆检测框最完整，误检最少 (原论文 Fig. 4-6)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 | ICCV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365760" cy="36576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5603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优点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 (0.136MB)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物理可解释，非黑盒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跨传感器泛化强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端到端即插即用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1645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局限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合成/真实RAW有域差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多项式阶数固定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ResNet 骨干测试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未探索视频时序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1645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低光照: 非线性&gt;线性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RAW/sRGB: 可微ISP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水下/雾天: 修改CCM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Self-Boost: 级联引导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54864" cy="173736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对四个研究方向的启发展开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3429000"/>
            <a:ext cx="36576" cy="201168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429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4290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增强作为前置可微模块，优于分离的两阶段方法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721608"/>
            <a:ext cx="36576" cy="201168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21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低光照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372160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非线性色调映射比线性颜色校正对检测更关键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014216"/>
            <a:ext cx="36576" cy="201168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014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水下/恶劣天气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0142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只需调整CCM和基函数即可迁移框架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306824"/>
            <a:ext cx="36576" cy="201168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306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RAW/sRGB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43068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解耦ISP &gt; 黑盒端到端，真正即插即用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5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75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 2509.09183 | ICCV 2025 | Fudan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Dark-ISP 论文精读</dc:title>
  <dc:subject>PptxGenJS Presentation</dc:subject>
  <dc:creator>组会汇报</dc:creator>
  <cp:lastModifiedBy>组会汇报</cp:lastModifiedBy>
  <cp:revision>1</cp:revision>
  <dcterms:created xsi:type="dcterms:W3CDTF">2026-05-21T03:24:34Z</dcterms:created>
  <dcterms:modified xsi:type="dcterms:W3CDTF">2026-05-21T03:24:34Z</dcterms:modified>
</cp:coreProperties>
</file>