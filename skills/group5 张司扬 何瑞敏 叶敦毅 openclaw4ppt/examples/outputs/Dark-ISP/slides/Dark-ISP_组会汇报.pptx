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| 论文精读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Low-Light Object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通过可微 ISP 插件实现低光照 RAW 图像端到端目标检测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4572000" cy="13716"/>
          </a:xfrm>
          <a:prstGeom prst="rect">
            <a:avLst/>
          </a:prstGeom>
          <a:solidFill>
            <a:srgbClr val="E67E2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Jiasheng Guo, Xin Gao, Yuxiang Yan, Guanghao Li, Jian Pu  |  Fudan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arXiv: 2509.09183  |  2026.05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45720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97280"/>
            <a:ext cx="36576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低光照检测挑战 | RAW 优势 | 现有方法瓶颈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方法框架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945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 | 线性组件 | 非线性组件 | Self-Boost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63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 | 消融 | 可视化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9319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 | 局限 | 研究方向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低光照目标检测的核心挑战 | 为什么选择 RAW？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现有三种方法范式 (Fig. 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fig1_paradig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85800"/>
            <a:ext cx="502920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91440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914400"/>
            <a:ext cx="329184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56235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RAW-RGB 转换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23560" y="1261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4通道 Bayer→3通道 RAW-RGB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 1 个绿色通道，信息损失严重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2356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LIS, RAW-Adapter, Crafting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219456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194560"/>
            <a:ext cx="329184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562356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ISP 参数搜索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2542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 ISP 模块，多阶段训练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框架复杂，计算开销大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2356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NOD, AdaptiveISP, DynamicISP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347472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474720"/>
            <a:ext cx="329184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辅助信息增强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3822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依赖正常光照 RGB 或相机元数据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额外数据需求限制应用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2356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ISP-Teacher, Multitask AET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整体架构 (Fig. 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fig2_method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94360"/>
            <a:ext cx="87782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线性组件：传感器校准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73152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31520"/>
            <a:ext cx="256032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3152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749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白平衡 (WB)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987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diag(w1,w2,w3,w4) x [r,gr,gb,b]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325880"/>
            <a:ext cx="256032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32588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1344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1581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3x4 矩阵，两绿色通道取平均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2024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920240"/>
            <a:ext cx="256032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92024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1938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颜色校正 (CCM)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1762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3x3 矩阵 C，映射感知颜色空间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731520"/>
            <a:ext cx="4389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 + 自适应注意力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P' = C*B*W | I = P'*I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14173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局部注意力: 逐像素变换参数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全局注意力: 图像级参数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P~ = Pl + Pg + P (跳跃连接)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8503920" cy="173736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788920"/>
            <a:ext cx="45720" cy="1737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 = 可微的相机 ISP 管线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ISP 中，白平衡系数和 CCM 由相机 AWB 算法或手动回归确定，针对特定相机固定不变。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将这些参数作为学习过程的一部分：用局部-全局注意力动态调整变换矩阵，使 RAW-&gt;RGB 转换直接服务于检测目标。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根据论文方法重绘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非线性组件：色调映射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85800"/>
            <a:ext cx="45720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749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核心：多项式基函数组合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987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a0 + a1 x + a2 x^2 + ... + an x^n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2618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x: 像素值 | {ak}: 网络预测的逐像素系数 | n: 多项式阶 | 非凸多项式 拉伸暗区 压缩亮区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3749040" cy="320040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(3 x H x W, corrected)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3749040" cy="32004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x Conv3x3 + ReLU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3749040" cy="320040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Pixel-wise coefficient maps {C0...Cn}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749040" cy="32004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Sum Ck x I^k + I (skip conn.)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3749040" cy="320040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Enhanced output U (3 x H x W)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64592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Zero-DCE 的关键区别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1031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Zero-DCE 使用二次曲线；Dark-ISP 使用 n 阶多项式基 (更灵活)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显式考虑低光照行为，防止次优收敛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非凸多项式更适合暗区像素分布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跳跃连接保留原始信息，防止梯度消失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023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根据论文方法重绘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正则化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731520"/>
            <a:ext cx="8503920" cy="77724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动机: 如何让线性和非线性组件更好地协作？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深层的非线性输出包含更丰富的任务相关信息，可作为伪标签监督线性组件学习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理论最优 (Oracle)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P* = argmin ||U* - P I||^2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闭式解: P* = U* I^T (I I^T)^-1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474720" cy="7315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27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需要 paired RAW-正常光 RGB 样本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获取成本极高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828800"/>
            <a:ext cx="4297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(自监督近似)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U = F(I) 替代 oracle U*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3657600" cy="182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L_sb = || U - P~ I ||^2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3840480" cy="54864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无需额外标注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让线性组件向非线性组件看齐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损失函数与实验设置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Ltotal = Ldet + lambda1 * Lsb + lambda2 * Lreg | 3 数据集 | 5 基线方法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损失函数与训练设置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L_det + lambda1 * L_sb + lambda2 * L_reg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检测损失(GIoU+分类) + Self-Boost 正则化 + 参数正则化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45920"/>
            <a:ext cx="402336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骨干网络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ResNet-18 / ResNet-50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检测头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645920"/>
            <a:ext cx="402336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训练方式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端到端联合训练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 + 检测网络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402336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额外参数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0.136 MB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(约 136 KB)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34640"/>
            <a:ext cx="402336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 组件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随机初始化即可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LOD (真实低光照街景)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 (Sony+Nikon 双相机)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SynCOCO (COCO-&gt;逆ISP-&gt;加噪)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对比基线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Default ISP / Demosaic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SID* [CVPR'18] + LIS [ICCV'23]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FeatEnHancer + RAW-Adapter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主实验结果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table1_lod_main_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94360"/>
            <a:ext cx="4389120" cy="3291840"/>
          </a:xfrm>
          <a:prstGeom prst="rect">
            <a:avLst/>
          </a:prstGeom>
        </p:spPr>
      </p:pic>
      <p:pic>
        <p:nvPicPr>
          <p:cNvPr id="7" name="Image 1" descr="C:\Users\herm\openclaw-research-agent\outputs\paper_assets\table2_nod_cross_camer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594360"/>
            <a:ext cx="4114800" cy="3291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023360"/>
            <a:ext cx="8686800" cy="6858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023360"/>
            <a:ext cx="36576" cy="685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在 LOD 上 +3.4 mAP (70.4 vs 67.0, ResNet50)，Sony/Nikon 双相机均最优，额外参数仅 0.136 MB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7432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Table 1, 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table4_ablation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94360"/>
            <a:ext cx="4114800" cy="1828800"/>
          </a:xfrm>
          <a:prstGeom prst="rect">
            <a:avLst/>
          </a:prstGeom>
        </p:spPr>
      </p:pic>
      <p:pic>
        <p:nvPicPr>
          <p:cNvPr id="7" name="Image 1" descr="C:\Users\herm\openclaw-research-agent\outputs\paper_assets\table5_ablation_nonlinear_desig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594360"/>
            <a:ext cx="4114800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017520"/>
            <a:ext cx="8686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3017520"/>
            <a:ext cx="36576" cy="1737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消融结论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3429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非线性单独 (67.1) &gt; 线性单独 (66.6): 色调映射贡献更大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两者组合 (68.7) + Self-Boost (70.4): +3.8 mAP 提升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多项式基在精度最高 (70.4) 且参数最少 (0.136MB)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RAW 输入方法均优于 RGB 输入，验证了 RAW 域的优势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432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Table 4, 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可视化结果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384048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fig4_visualization_l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502920"/>
            <a:ext cx="8869680" cy="2468880"/>
          </a:xfrm>
          <a:prstGeom prst="rect">
            <a:avLst/>
          </a:prstGeom>
        </p:spPr>
      </p:pic>
      <p:pic>
        <p:nvPicPr>
          <p:cNvPr id="7" name="Image 1" descr="C:\Users\herm\openclaw-research-agent\outputs\paper_assets\fig5_visualization_nod_son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7160" y="3063240"/>
            <a:ext cx="4389120" cy="1691640"/>
          </a:xfrm>
          <a:prstGeom prst="rect">
            <a:avLst/>
          </a:prstGeom>
        </p:spPr>
      </p:pic>
      <p:pic>
        <p:nvPicPr>
          <p:cNvPr id="8" name="Image 2" descr="C:\Users\herm\openclaw-research-agent\outputs\paper_assets\fig6_visualization_nod_nik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09160" y="3063240"/>
            <a:ext cx="4297680" cy="1691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4, 5, 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777240"/>
            <a:ext cx="2651760" cy="192024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777240"/>
            <a:ext cx="265176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轻量高效 (0.136 MB)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物理可解释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跨传感器泛化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端到端即插即用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777240"/>
            <a:ext cx="2651760" cy="19202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777240"/>
            <a:ext cx="26517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1887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合成/真实 RAW 域差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多项式阶数固定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ResNet 测试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未探索时序信息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777240"/>
            <a:ext cx="2651760" cy="192024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777240"/>
            <a:ext cx="265176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11887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低光照: 非线性&gt;线性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RAW: 可微 ISP 范式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水下/雾天: 改 CCM 适配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级联: Self-Boost 可迁移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8503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45720" cy="1737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对研究方向的启发展开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32004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83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低光照检测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3832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非线性色调映射 &gt; 线性颜色校正; 增强作为可微前置模块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675888"/>
            <a:ext cx="32004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675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RAW/sRGB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67588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 ISP &gt; 黑盒端到端; 即插即用, 可作为基准框架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968496"/>
            <a:ext cx="32004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9684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水下/恶劣天气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396849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框架天然可迁移: 调整 CCM 为水下颜色校正, 修改基函数适配散射特性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261104"/>
            <a:ext cx="32004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261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级联架构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426110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机制可用于任意级联增强-检测架构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 for Low-Light Object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| arXiv: 2509.09183 | Fudan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Dark-ISP 论文精读</dc:title>
  <dc:subject>PptxGenJS Presentation</dc:subject>
  <dc:creator>组会汇报</dc:creator>
  <cp:lastModifiedBy>组会汇报</cp:lastModifiedBy>
  <cp:revision>1</cp:revision>
  <dcterms:created xsi:type="dcterms:W3CDTF">2026-06-03T06:34:17Z</dcterms:created>
  <dcterms:modified xsi:type="dcterms:W3CDTF">2026-06-03T06:34:17Z</dcterms:modified>
</cp:coreProperties>
</file>